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6cdbb0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b6cdbb0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b6cdbb04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b6cdbb0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b6cdbb04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b6cdbb04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b6cdbb04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b6cdbb04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b6cdbb04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b6cdbb04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b6cdbb04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b6cdbb04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b6cdbb04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b6cdbb04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b6cdbb04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b6cdbb04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5300" u="sng">
                <a:latin typeface="Roboto"/>
                <a:ea typeface="Roboto"/>
                <a:cs typeface="Roboto"/>
                <a:sym typeface="Roboto"/>
              </a:rPr>
              <a:t>Video Game Sales Analysis</a:t>
            </a:r>
            <a:endParaRPr b="1" sz="53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54475" y="28818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76564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b="1" lang="en" sz="9320">
                <a:latin typeface="Roboto"/>
                <a:ea typeface="Roboto"/>
                <a:cs typeface="Roboto"/>
                <a:sym typeface="Roboto"/>
              </a:rPr>
              <a:t>Name: Ritik Kumar</a:t>
            </a:r>
            <a:endParaRPr b="1" sz="932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9320">
              <a:latin typeface="Roboto"/>
              <a:ea typeface="Roboto"/>
              <a:cs typeface="Roboto"/>
              <a:sym typeface="Roboto"/>
            </a:endParaRPr>
          </a:p>
          <a:p>
            <a:pPr indent="-376564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b="1" lang="en" sz="9320">
                <a:latin typeface="Roboto"/>
                <a:ea typeface="Roboto"/>
                <a:cs typeface="Roboto"/>
                <a:sym typeface="Roboto"/>
              </a:rPr>
              <a:t>Tools: Python, SQL, Power BI</a:t>
            </a:r>
            <a:endParaRPr b="1" sz="932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>
                <a:latin typeface="Roboto"/>
                <a:ea typeface="Roboto"/>
                <a:cs typeface="Roboto"/>
                <a:sym typeface="Roboto"/>
              </a:rPr>
              <a:t>Heading: Problem Statement</a:t>
            </a:r>
            <a:endParaRPr b="1" sz="4100" u="sng"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258250" y="1438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Points: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Understand how video games perform across genres and platforms.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Analyze sales together with user ratings and engagement (plays, wishlist, backlogs).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 game studios and publishers focus on the most profitable segments.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80" u="sng">
                <a:latin typeface="Roboto"/>
                <a:ea typeface="Roboto"/>
                <a:cs typeface="Roboto"/>
                <a:sym typeface="Roboto"/>
              </a:rPr>
              <a:t>Heading: Datasets Used</a:t>
            </a:r>
            <a:endParaRPr b="1" sz="258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Points: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games.csv – user ratings, genres, plays, backlogs, wishlist, release date, platform, developer.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vgsales.csv – regional and global sales by game, platform, year, genre, publisher.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datasets were merged on game title and platform to build a single analysis table.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80" u="sng">
                <a:latin typeface="Roboto"/>
                <a:ea typeface="Roboto"/>
                <a:cs typeface="Roboto"/>
                <a:sym typeface="Roboto"/>
              </a:rPr>
              <a:t>Heading: Data Cleaning (Python)</a:t>
            </a:r>
            <a:endParaRPr b="1" sz="258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Points: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Removed duplicate records and handled missing values in ratings, plays, and sales.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Converted values like 3.9K into proper numeric columns and standardized data types.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Normalized text fields (genre, platform, publisher names) and prepared the merged dataset.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80" u="sng">
                <a:latin typeface="Roboto"/>
                <a:ea typeface="Roboto"/>
                <a:cs typeface="Roboto"/>
                <a:sym typeface="Roboto"/>
              </a:rPr>
              <a:t>Heading: SQL Database Setup</a:t>
            </a:r>
            <a:endParaRPr b="1" sz="258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Points: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Created MySQL database video_game_db and loaded the cleaned merged table (1384 rows).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Defined appropriate column types for ratings, engagement metrics, and regional sales.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Wrote SQL queries to find top‑selling games, genre‑wise sales, platform‑wise sales, and yearly trends.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134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80" u="sng">
                <a:latin typeface="Roboto"/>
                <a:ea typeface="Roboto"/>
                <a:cs typeface="Roboto"/>
                <a:sym typeface="Roboto"/>
              </a:rPr>
              <a:t>Heading: Power BI Dashboard</a:t>
            </a:r>
            <a:endParaRPr b="1" sz="258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07925" y="707625"/>
            <a:ext cx="7239900" cy="24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Content (bullet points):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7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Connected Power BI Desktop to MySQL database (video_game_db).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Built 2 key visuals: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Bar chart: Sales by Platform (Wii, X360, PS3 lead the market).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Bar chart: Sales by Genre (Action and Platform genres dominate).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18" title="Screenshot 2025-11-29 1909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425" y="2432725"/>
            <a:ext cx="3398450" cy="291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 title="Screenshot 2025-11-29 1910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0500" y="2432725"/>
            <a:ext cx="3521804" cy="29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188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3421"/>
              <a:buFont typeface="Arial"/>
              <a:buNone/>
            </a:pPr>
            <a:r>
              <a:rPr b="1" lang="en" sz="2533" u="sng">
                <a:latin typeface="Roboto"/>
                <a:ea typeface="Roboto"/>
                <a:cs typeface="Roboto"/>
                <a:sym typeface="Roboto"/>
              </a:rPr>
              <a:t>Heading: Top 10 Games by Global Sales</a:t>
            </a:r>
            <a:endParaRPr b="1" sz="2533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213875" y="76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built in Power BI using merged video game dataset.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Sorted by Sum of global_sales in descending order.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Shows highest‑selling titles like Wii Sports, Mario Kart Wii, Tetris, GTA V, etc.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125" name="Google Shape;125;p19" title="Screenshot 2025-11-29 201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04000"/>
            <a:ext cx="8877601" cy="237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80" u="sng">
                <a:latin typeface="Roboto"/>
                <a:ea typeface="Roboto"/>
                <a:cs typeface="Roboto"/>
                <a:sym typeface="Roboto"/>
              </a:rPr>
              <a:t>Heading: Key Insights</a:t>
            </a:r>
            <a:endParaRPr b="1" sz="258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Content (bullet points):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Action and Platform genres generate highest global sales (~1000+ combined); Strategy/Simulation contribute minimally.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Wii, Xbox 360, PS3 dominate console sales; older platforms (NES, GBA, 3DS) have lower revenue contribution.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Blockbuster titles (Wii Sports: 248M, Mario Kart Wii: 107M, Tetris: 90M) drive disproportionate revenue.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Strong correlation observed: High user ratings + wishlist count often correlate with better sales performance.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80" u="sng">
                <a:latin typeface="Roboto"/>
                <a:ea typeface="Roboto"/>
                <a:cs typeface="Roboto"/>
                <a:sym typeface="Roboto"/>
              </a:rPr>
              <a:t>Heading: Conclusion</a:t>
            </a:r>
            <a:endParaRPr b="1" sz="258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Content (bullet points):</a:t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Successfully built end-to-end pipeline: Data Cleaning (Python) → SQL Database → Power BI Dashboard.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Identified high-performing genres and platforms for targeted marketing investment.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Dashboard can be extended with year-over-year trends and regional sales breakdowns.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Recommended: Use insights for portfolio prioritization and market forecasting in future game launches.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